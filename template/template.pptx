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2000" cy="584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4520" cy="584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25822A3-CEA0-4F98-B4EB-FD1A0C905A4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200" cy="452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92DF33A-3823-4B11-9E3A-EEE919AD2E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7000" cy="13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7000" cy="1494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97EC591-D393-4417-8C05-D09815383D4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3080" cy="452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3080" cy="452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66CD367-9AA1-49B6-9171-154745D365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880" cy="63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880" cy="3945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6320" cy="63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6320" cy="3945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DD2D981-EA97-4FFD-A612-34EBAE6A8B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2245E89-E27D-413B-8B18-B5FCFF80C7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D92955A-71AF-4834-9F05-AB5C0BD358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7040" cy="1139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67040" cy="397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760" cy="1156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6240" cy="584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760" cy="468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F8A68FD-2E11-4E44-A4AA-A0C5194B0EA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1000" cy="56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1000" cy="4109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1000" cy="79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8C078F0-731D-4526-B57F-2BB7C33B14C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7000" cy="146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896FE2A-1C02-4482-A3B8-A62CF837671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200" cy="452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13EFF6F-1DEE-4DD9-B65B-6FC19D882F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86360" cy="159120"/>
          </a:xfrm>
          <a:prstGeom prst="rect">
            <a:avLst/>
          </a:prstGeom>
          <a:solidFill>
            <a:srgbClr val="2337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731520" y="1828800"/>
            <a:ext cx="1069308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3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{{report.title}}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731520" y="2880360"/>
            <a:ext cx="106930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{{textColor:report.textColor}}{{bgColor:report.bgColor}}{{company.name}}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731520" y="5303520"/>
            <a:ext cx="1069308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{{report.date}}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1"/>
          <p:cNvSpPr/>
          <p:nvPr/>
        </p:nvSpPr>
        <p:spPr>
          <a:xfrm>
            <a:off x="0" y="0"/>
            <a:ext cx="12186360" cy="159120"/>
          </a:xfrm>
          <a:prstGeom prst="rect">
            <a:avLst/>
          </a:prstGeom>
          <a:solidFill>
            <a:srgbClr val="2337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2"/>
          <p:cNvSpPr/>
          <p:nvPr/>
        </p:nvSpPr>
        <p:spPr>
          <a:xfrm>
            <a:off x="640080" y="411480"/>
            <a:ext cx="108759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Project Information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3"/>
          <p:cNvSpPr/>
          <p:nvPr/>
        </p:nvSpPr>
        <p:spPr>
          <a:xfrm>
            <a:off x="786960" y="1191600"/>
            <a:ext cx="20062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Project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4"/>
          <p:cNvSpPr/>
          <p:nvPr/>
        </p:nvSpPr>
        <p:spPr>
          <a:xfrm>
            <a:off x="2707200" y="1191600"/>
            <a:ext cx="7767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{{project.name}}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5"/>
          <p:cNvSpPr/>
          <p:nvPr/>
        </p:nvSpPr>
        <p:spPr>
          <a:xfrm>
            <a:off x="786960" y="1529280"/>
            <a:ext cx="20062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Manager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6"/>
          <p:cNvSpPr/>
          <p:nvPr/>
        </p:nvSpPr>
        <p:spPr>
          <a:xfrm>
            <a:off x="2671200" y="1493280"/>
            <a:ext cx="7767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{{project.manager}}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7"/>
          <p:cNvSpPr/>
          <p:nvPr/>
        </p:nvSpPr>
        <p:spPr>
          <a:xfrm>
            <a:off x="786960" y="1852920"/>
            <a:ext cx="20062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Status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8"/>
          <p:cNvSpPr/>
          <p:nvPr/>
        </p:nvSpPr>
        <p:spPr>
          <a:xfrm>
            <a:off x="2671200" y="1816920"/>
            <a:ext cx="7767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{{project.status}}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3" name=""/>
          <p:cNvGraphicFramePr/>
          <p:nvPr/>
        </p:nvGraphicFramePr>
        <p:xfrm>
          <a:off x="781560" y="3515400"/>
          <a:ext cx="8686440" cy="1030320"/>
        </p:xfrm>
        <a:graphic>
          <a:graphicData uri="http://schemas.openxmlformats.org/drawingml/2006/table">
            <a:tbl>
              <a:tblPr/>
              <a:tblGrid>
                <a:gridCol w="2171160"/>
                <a:gridCol w="2171160"/>
                <a:gridCol w="2171160"/>
                <a:gridCol w="2173320"/>
              </a:tblGrid>
              <a:tr h="4705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Risk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Level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Status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Owner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237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{{#risks}}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{{name}}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{{level}}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{{bgColor:statusColor}}{{status}}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Noto Sans CJK SC"/>
                        </a:rPr>
                        <a:t>{{owner}}</a:t>
                      </a: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Noto Sans CJK SC"/>
                        </a:rPr>
                        <a:t>{{/risks}}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4" name="TextBox 1"/>
          <p:cNvSpPr/>
          <p:nvPr/>
        </p:nvSpPr>
        <p:spPr>
          <a:xfrm>
            <a:off x="685800" y="2683080"/>
            <a:ext cx="2684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Risk Overview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1"/>
          <p:cNvSpPr/>
          <p:nvPr/>
        </p:nvSpPr>
        <p:spPr>
          <a:xfrm>
            <a:off x="0" y="0"/>
            <a:ext cx="12186360" cy="159120"/>
          </a:xfrm>
          <a:prstGeom prst="rect">
            <a:avLst/>
          </a:prstGeom>
          <a:solidFill>
            <a:srgbClr val="2337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2"/>
          <p:cNvSpPr/>
          <p:nvPr/>
        </p:nvSpPr>
        <p:spPr>
          <a:xfrm>
            <a:off x="640080" y="411480"/>
            <a:ext cx="22467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Risk 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Details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731520" y="1234440"/>
            <a:ext cx="182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{{#eachSlide risks}}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4"/>
          <p:cNvSpPr/>
          <p:nvPr/>
        </p:nvSpPr>
        <p:spPr>
          <a:xfrm>
            <a:off x="731520" y="1645920"/>
            <a:ext cx="52120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1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Risk: {{bgColor:statusColor}}{{name}}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5"/>
          <p:cNvSpPr/>
          <p:nvPr/>
        </p:nvSpPr>
        <p:spPr>
          <a:xfrm>
            <a:off x="731520" y="2240280"/>
            <a:ext cx="4566600" cy="348840"/>
          </a:xfrm>
          <a:prstGeom prst="rect">
            <a:avLst/>
          </a:prstGeom>
          <a:solidFill>
            <a:srgbClr val="FFFFD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Level: {{level}}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6"/>
          <p:cNvSpPr/>
          <p:nvPr/>
        </p:nvSpPr>
        <p:spPr>
          <a:xfrm>
            <a:off x="6126480" y="2240280"/>
            <a:ext cx="4566600" cy="348840"/>
          </a:xfrm>
          <a:prstGeom prst="rect">
            <a:avLst/>
          </a:prstGeom>
          <a:solidFill>
            <a:srgbClr val="FFFFD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Status: {{textColor:statusColor}}{{status}}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7"/>
          <p:cNvSpPr/>
          <p:nvPr/>
        </p:nvSpPr>
        <p:spPr>
          <a:xfrm>
            <a:off x="731520" y="2926080"/>
            <a:ext cx="27378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Description: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8"/>
          <p:cNvSpPr/>
          <p:nvPr/>
        </p:nvSpPr>
        <p:spPr>
          <a:xfrm>
            <a:off x="731520" y="3383280"/>
            <a:ext cx="10235880" cy="333360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{{description}}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9"/>
          <p:cNvSpPr/>
          <p:nvPr/>
        </p:nvSpPr>
        <p:spPr>
          <a:xfrm>
            <a:off x="731520" y="4434840"/>
            <a:ext cx="2737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{{#if mitigation}}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0"/>
          <p:cNvSpPr/>
          <p:nvPr/>
        </p:nvSpPr>
        <p:spPr>
          <a:xfrm>
            <a:off x="731520" y="4800600"/>
            <a:ext cx="10235880" cy="333360"/>
          </a:xfrm>
          <a:prstGeom prst="rect">
            <a:avLst/>
          </a:prstGeom>
          <a:solidFill>
            <a:srgbClr val="55308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Mitigation: {{mitigation}}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1"/>
          <p:cNvSpPr/>
          <p:nvPr/>
        </p:nvSpPr>
        <p:spPr>
          <a:xfrm>
            <a:off x="731520" y="5486400"/>
            <a:ext cx="182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{{else}}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2"/>
          <p:cNvSpPr/>
          <p:nvPr/>
        </p:nvSpPr>
        <p:spPr>
          <a:xfrm>
            <a:off x="2743200" y="5486400"/>
            <a:ext cx="54810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No mitigation defined.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3"/>
          <p:cNvSpPr/>
          <p:nvPr/>
        </p:nvSpPr>
        <p:spPr>
          <a:xfrm>
            <a:off x="731520" y="5897880"/>
            <a:ext cx="182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{{/if}}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4"/>
          <p:cNvSpPr/>
          <p:nvPr/>
        </p:nvSpPr>
        <p:spPr>
          <a:xfrm>
            <a:off x="731520" y="6263640"/>
            <a:ext cx="182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{{/eachSlide risks}}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1"/>
          <p:cNvSpPr/>
          <p:nvPr/>
        </p:nvSpPr>
        <p:spPr>
          <a:xfrm>
            <a:off x="0" y="0"/>
            <a:ext cx="12186360" cy="159120"/>
          </a:xfrm>
          <a:prstGeom prst="rect">
            <a:avLst/>
          </a:prstGeom>
          <a:solidFill>
            <a:srgbClr val="2337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2"/>
          <p:cNvSpPr/>
          <p:nvPr/>
        </p:nvSpPr>
        <p:spPr>
          <a:xfrm>
            <a:off x="640080" y="411480"/>
            <a:ext cx="108759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Conclusion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3"/>
          <p:cNvSpPr/>
          <p:nvPr/>
        </p:nvSpPr>
        <p:spPr>
          <a:xfrm>
            <a:off x="731520" y="1371600"/>
            <a:ext cx="4566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{{#if project.status == "Active"}}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4"/>
          <p:cNvSpPr/>
          <p:nvPr/>
        </p:nvSpPr>
        <p:spPr>
          <a:xfrm>
            <a:off x="731520" y="1828800"/>
            <a:ext cx="1005300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project is currently active.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5"/>
          <p:cNvSpPr/>
          <p:nvPr/>
        </p:nvSpPr>
        <p:spPr>
          <a:xfrm>
            <a:off x="731520" y="2743200"/>
            <a:ext cx="182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{{else}}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6"/>
          <p:cNvSpPr/>
          <p:nvPr/>
        </p:nvSpPr>
        <p:spPr>
          <a:xfrm>
            <a:off x="731520" y="3200400"/>
            <a:ext cx="1005300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project is not currently active.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7"/>
          <p:cNvSpPr/>
          <p:nvPr/>
        </p:nvSpPr>
        <p:spPr>
          <a:xfrm>
            <a:off x="731520" y="4114800"/>
            <a:ext cx="182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{{/if}}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8"/>
          <p:cNvSpPr/>
          <p:nvPr/>
        </p:nvSpPr>
        <p:spPr>
          <a:xfrm>
            <a:off x="731520" y="5760720"/>
            <a:ext cx="100530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Generated automatically from JSON data.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197</TotalTime>
  <Application>LibreOffice/26.2.5.2$Linux_X86_64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2026-09-24T15:45:22Z</dcterms:modified>
  <cp:revision>40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