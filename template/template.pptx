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640" cy="113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5640" cy="4521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F540D96-455C-44F4-93A0-1787E8054F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8440" cy="13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to edit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8440" cy="1496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00891BC-EF9C-43E8-A2BF-A208C457A53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640" cy="113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4520" cy="4521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4520" cy="4521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CC28586-5417-4548-8520-295662D08B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640" cy="113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6320" cy="63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6320" cy="3947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7760" cy="63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7760" cy="3947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3E309BA-4217-4AB4-9792-E01590E9A18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640" cy="113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9C3CD72-1B59-4C05-B1FA-B9B4C14D0BD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86814E7-AB72-4354-84A9-C6C7E05FCC1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8480" cy="11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68480" cy="3973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4200" cy="115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7680" cy="584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4200" cy="468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F0771F5-D1DE-4084-86F6-933AC79C3F6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2440" cy="562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2440" cy="41108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2440" cy="80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9CFB4B8-120D-4AE5-954A-FB4CD2A86D6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8440" cy="14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F7E66AF-CEE6-4D29-9F33-837007D47A3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640" cy="113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5640" cy="4521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7DC50FC-11CD-4073-B0A6-396DAB844F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3440" cy="584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5960" cy="584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E66373D-C882-4500-A5D7-37FEA83C29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87800" cy="160560"/>
          </a:xfrm>
          <a:prstGeom prst="rect">
            <a:avLst/>
          </a:prstGeom>
          <a:solidFill>
            <a:srgbClr val="2337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731520" y="1828800"/>
            <a:ext cx="1069452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{{report.title}}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731520" y="2880360"/>
            <a:ext cx="1069452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{{company.name}}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731520" y="5303520"/>
            <a:ext cx="10694520" cy="45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{{report.date}}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1"/>
          <p:cNvSpPr/>
          <p:nvPr/>
        </p:nvSpPr>
        <p:spPr>
          <a:xfrm>
            <a:off x="0" y="0"/>
            <a:ext cx="12187800" cy="160560"/>
          </a:xfrm>
          <a:prstGeom prst="rect">
            <a:avLst/>
          </a:prstGeom>
          <a:solidFill>
            <a:srgbClr val="2337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2"/>
          <p:cNvSpPr/>
          <p:nvPr/>
        </p:nvSpPr>
        <p:spPr>
          <a:xfrm>
            <a:off x="640080" y="411480"/>
            <a:ext cx="10877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Project Information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3"/>
          <p:cNvSpPr/>
          <p:nvPr/>
        </p:nvSpPr>
        <p:spPr>
          <a:xfrm>
            <a:off x="786960" y="1191600"/>
            <a:ext cx="20077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Project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4"/>
          <p:cNvSpPr/>
          <p:nvPr/>
        </p:nvSpPr>
        <p:spPr>
          <a:xfrm>
            <a:off x="2707200" y="1191600"/>
            <a:ext cx="77684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{{project.name}}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5"/>
          <p:cNvSpPr/>
          <p:nvPr/>
        </p:nvSpPr>
        <p:spPr>
          <a:xfrm>
            <a:off x="786960" y="1529280"/>
            <a:ext cx="20077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Manager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6"/>
          <p:cNvSpPr/>
          <p:nvPr/>
        </p:nvSpPr>
        <p:spPr>
          <a:xfrm>
            <a:off x="2671200" y="1493280"/>
            <a:ext cx="77684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{{project.manager}}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7"/>
          <p:cNvSpPr/>
          <p:nvPr/>
        </p:nvSpPr>
        <p:spPr>
          <a:xfrm>
            <a:off x="786960" y="1852920"/>
            <a:ext cx="200772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Status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8"/>
          <p:cNvSpPr/>
          <p:nvPr/>
        </p:nvSpPr>
        <p:spPr>
          <a:xfrm>
            <a:off x="2671200" y="1816920"/>
            <a:ext cx="7768440" cy="40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{{project.status}}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3" name=""/>
          <p:cNvGraphicFramePr/>
          <p:nvPr/>
        </p:nvGraphicFramePr>
        <p:xfrm>
          <a:off x="781560" y="3515400"/>
          <a:ext cx="8686440" cy="893880"/>
        </p:xfrm>
        <a:graphic>
          <a:graphicData uri="http://schemas.openxmlformats.org/drawingml/2006/table">
            <a:tbl>
              <a:tblPr/>
              <a:tblGrid>
                <a:gridCol w="2171160"/>
                <a:gridCol w="2171160"/>
                <a:gridCol w="2171160"/>
                <a:gridCol w="2173320"/>
              </a:tblGrid>
              <a:tr h="4705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Risk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Level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Status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Owner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23720"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{{#risks}}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{{name}}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{{level}}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{{status}}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Noto Sans CJK SC"/>
                        </a:rPr>
                        <a:t>{{owner}}</a:t>
                      </a: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Noto Sans CJK SC"/>
                        </a:rPr>
                        <a:t>{{/risks}}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4" name="TextBox 1"/>
          <p:cNvSpPr/>
          <p:nvPr/>
        </p:nvSpPr>
        <p:spPr>
          <a:xfrm>
            <a:off x="685800" y="2683080"/>
            <a:ext cx="26845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Risk Overview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1"/>
          <p:cNvSpPr/>
          <p:nvPr/>
        </p:nvSpPr>
        <p:spPr>
          <a:xfrm>
            <a:off x="0" y="0"/>
            <a:ext cx="12187800" cy="160560"/>
          </a:xfrm>
          <a:prstGeom prst="rect">
            <a:avLst/>
          </a:prstGeom>
          <a:solidFill>
            <a:srgbClr val="2337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2"/>
          <p:cNvSpPr/>
          <p:nvPr/>
        </p:nvSpPr>
        <p:spPr>
          <a:xfrm>
            <a:off x="640080" y="411480"/>
            <a:ext cx="2246040" cy="516600"/>
          </a:xfrm>
          <a:prstGeom prst="rect">
            <a:avLst/>
          </a:prstGeom>
          <a:solidFill>
            <a:srgbClr val="81D41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Risk Details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731520" y="1234440"/>
            <a:ext cx="1824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{{#eachSlide risks}}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4"/>
          <p:cNvSpPr/>
          <p:nvPr/>
        </p:nvSpPr>
        <p:spPr>
          <a:xfrm>
            <a:off x="731520" y="1645920"/>
            <a:ext cx="102373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Risk: {{name}}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5"/>
          <p:cNvSpPr/>
          <p:nvPr/>
        </p:nvSpPr>
        <p:spPr>
          <a:xfrm>
            <a:off x="731520" y="2240280"/>
            <a:ext cx="4568040" cy="348840"/>
          </a:xfrm>
          <a:prstGeom prst="rect">
            <a:avLst/>
          </a:prstGeom>
          <a:solidFill>
            <a:srgbClr val="FFFFD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Level: {{level}}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6"/>
          <p:cNvSpPr/>
          <p:nvPr/>
        </p:nvSpPr>
        <p:spPr>
          <a:xfrm>
            <a:off x="6126480" y="2240280"/>
            <a:ext cx="4568040" cy="348840"/>
          </a:xfrm>
          <a:prstGeom prst="rect">
            <a:avLst/>
          </a:prstGeom>
          <a:solidFill>
            <a:srgbClr val="FFFFD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Status: {{status}}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7"/>
          <p:cNvSpPr/>
          <p:nvPr/>
        </p:nvSpPr>
        <p:spPr>
          <a:xfrm>
            <a:off x="731520" y="2926080"/>
            <a:ext cx="27392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Description: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8"/>
          <p:cNvSpPr/>
          <p:nvPr/>
        </p:nvSpPr>
        <p:spPr>
          <a:xfrm>
            <a:off x="731520" y="3383280"/>
            <a:ext cx="10237320" cy="333360"/>
          </a:xfrm>
          <a:prstGeom prst="rect">
            <a:avLst/>
          </a:prstGeom>
          <a:solidFill>
            <a:srgbClr val="DDDD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{{description}}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9"/>
          <p:cNvSpPr/>
          <p:nvPr/>
        </p:nvSpPr>
        <p:spPr>
          <a:xfrm>
            <a:off x="731520" y="4434840"/>
            <a:ext cx="2739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{{#if mitigation}}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0"/>
          <p:cNvSpPr/>
          <p:nvPr/>
        </p:nvSpPr>
        <p:spPr>
          <a:xfrm>
            <a:off x="731520" y="4800600"/>
            <a:ext cx="10237320" cy="333360"/>
          </a:xfrm>
          <a:prstGeom prst="rect">
            <a:avLst/>
          </a:prstGeom>
          <a:solidFill>
            <a:srgbClr val="55308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Mitigation: {{mitigation}}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1"/>
          <p:cNvSpPr/>
          <p:nvPr/>
        </p:nvSpPr>
        <p:spPr>
          <a:xfrm>
            <a:off x="731520" y="5486400"/>
            <a:ext cx="1824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{{else}}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2"/>
          <p:cNvSpPr/>
          <p:nvPr/>
        </p:nvSpPr>
        <p:spPr>
          <a:xfrm>
            <a:off x="2743200" y="5486400"/>
            <a:ext cx="5482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No mitigation defined.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3"/>
          <p:cNvSpPr/>
          <p:nvPr/>
        </p:nvSpPr>
        <p:spPr>
          <a:xfrm>
            <a:off x="731520" y="5897880"/>
            <a:ext cx="1824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{{/if}}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4"/>
          <p:cNvSpPr/>
          <p:nvPr/>
        </p:nvSpPr>
        <p:spPr>
          <a:xfrm>
            <a:off x="731520" y="6263640"/>
            <a:ext cx="1824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{{/eachSlide risks}}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 1"/>
          <p:cNvSpPr/>
          <p:nvPr/>
        </p:nvSpPr>
        <p:spPr>
          <a:xfrm>
            <a:off x="0" y="0"/>
            <a:ext cx="12187800" cy="160560"/>
          </a:xfrm>
          <a:prstGeom prst="rect">
            <a:avLst/>
          </a:prstGeom>
          <a:solidFill>
            <a:srgbClr val="2337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2"/>
          <p:cNvSpPr/>
          <p:nvPr/>
        </p:nvSpPr>
        <p:spPr>
          <a:xfrm>
            <a:off x="640080" y="411480"/>
            <a:ext cx="1087740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Conclusion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3"/>
          <p:cNvSpPr/>
          <p:nvPr/>
        </p:nvSpPr>
        <p:spPr>
          <a:xfrm>
            <a:off x="731520" y="1371600"/>
            <a:ext cx="45680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{{#if project.status == "Active"}}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4"/>
          <p:cNvSpPr/>
          <p:nvPr/>
        </p:nvSpPr>
        <p:spPr>
          <a:xfrm>
            <a:off x="731520" y="1828800"/>
            <a:ext cx="1005444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project is currently active.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5"/>
          <p:cNvSpPr/>
          <p:nvPr/>
        </p:nvSpPr>
        <p:spPr>
          <a:xfrm>
            <a:off x="731520" y="2743200"/>
            <a:ext cx="18248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{{else}}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6"/>
          <p:cNvSpPr/>
          <p:nvPr/>
        </p:nvSpPr>
        <p:spPr>
          <a:xfrm>
            <a:off x="731520" y="3200400"/>
            <a:ext cx="10054440" cy="54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project is not currently active.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7"/>
          <p:cNvSpPr/>
          <p:nvPr/>
        </p:nvSpPr>
        <p:spPr>
          <a:xfrm>
            <a:off x="731520" y="4114800"/>
            <a:ext cx="182484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{{/if}}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8"/>
          <p:cNvSpPr/>
          <p:nvPr/>
        </p:nvSpPr>
        <p:spPr>
          <a:xfrm>
            <a:off x="731520" y="5760720"/>
            <a:ext cx="10054440" cy="3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Generated automatically from JSON data.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LibreOffice/26.2.5.2$Linux_X86_64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2026-09-22T17:28:33Z</dcterms:modified>
  <cp:revision>14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