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{{report.title}}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{{company.name}}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{{report.date}}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{{project.name}}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23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{{project.manager}}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{{project.status}}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{{#risks}}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{{level}}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{{status}}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{{owner}}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{{/risks}}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{{#risks}}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Risk: {{name}}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Level: {{level}}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Status: {{status}}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Description: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{{description}}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{{#if mitigation}}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Mitigation: {{mitigation}}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{{else}}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No mitigation defined.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{{/if}}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{{/risks}}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{{#if project.status == "Active"}}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The project is currently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{{else}}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The project is not currently active.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{{/if}}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Generated automatically from JSON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