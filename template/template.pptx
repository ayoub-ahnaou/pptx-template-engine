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092C21-E009-448A-83F8-D69084D5A8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7F993D-9A39-48FA-B1ED-CF1F5C203F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9B5172-F840-4741-B9AF-E90AA669F4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682884-8200-4CF7-A43D-FA84AC922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03019F-9585-4D2E-B02D-6ABBCD7E0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ADB442-6D4B-4BD2-9DB3-FD36A4BCB2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EF4CCE-2061-48DB-854E-8EF70B601C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390A93-6E4E-4711-B19C-58DCDD0183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D6639D-56E4-4158-8909-D1EEBC3B9A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11B4F9-455A-4549-890B-4A964A3B82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7AAF73F-AB66-4B45-908A-576B87B731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1828800"/>
            <a:ext cx="106981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{{report.title}}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2880360"/>
            <a:ext cx="10698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{{company.name}}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530352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{{report.date}}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640080" y="411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 Information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822960" y="137160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2743200" y="1371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{{project.name}}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822960" y="24231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2743200" y="242316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{{project.manager}}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822960" y="347472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2743200" y="347472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{{project.status}}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640080" y="411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Overview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731520" y="13258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4572000" y="132588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6675120" y="132588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9144000" y="132588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Owner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731520" y="182880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731520" y="214884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{{name}}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4572000" y="2148840"/>
            <a:ext cx="1828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{{level}}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675120" y="21488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{{status}}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1"/>
          <p:cNvSpPr/>
          <p:nvPr/>
        </p:nvSpPr>
        <p:spPr>
          <a:xfrm>
            <a:off x="9144000" y="2148840"/>
            <a:ext cx="1828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{{owner}}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731520" y="265176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640080" y="411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Details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1234440"/>
            <a:ext cx="1828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731520" y="1645920"/>
            <a:ext cx="10240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Risk: {{name}}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731520" y="224028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Level: {{level}}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126480" y="224028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Status: {{status}}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731520" y="2926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731520" y="338328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{{description}}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731520" y="443484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mitigation}}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731520" y="4800600"/>
            <a:ext cx="10240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Mitigation: {{mitigation}}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731520" y="548640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2743200" y="54864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mitigation defined.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731520" y="589788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731520" y="6263640"/>
            <a:ext cx="1828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640080" y="411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731520" y="137160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project.status == "Active"}}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731520" y="18288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5"/>
          <p:cNvSpPr/>
          <p:nvPr/>
        </p:nvSpPr>
        <p:spPr>
          <a:xfrm>
            <a:off x="731520" y="274320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731520" y="32004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not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731520" y="411480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731520" y="5760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Generated automatically from JSON data.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2026-09-21T12:04:55Z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