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632E99D-03C6-44ED-864B-0AAAF3B554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083E316-3902-4CC0-972E-EAA4CA2F4E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85C81E-899F-4B64-9511-A37BEF1019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A2ECCCA-35CE-4ED3-BC40-A7B46F4F4F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14214CF-ACE7-42F3-AF11-B60B4DAF80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CBDB116-C829-4D26-A8D9-8FE1AEEBFE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C482525-8113-4E7A-AF62-4569AD7714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823E8D1-B209-4C52-A1F9-21E84D2EE8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435B4A-4E81-41EF-B4A9-E62486D23E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ED9497-32EF-4539-BE5A-E07C885FDC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2BE1359-9AF5-4E98-B512-6AADCB0759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1828800"/>
            <a:ext cx="10697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{{report.title}}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2880360"/>
            <a:ext cx="10697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{{company.name}}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5303520"/>
            <a:ext cx="106977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{{report.date}}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640080" y="41148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 Information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822960" y="1371600"/>
            <a:ext cx="2010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2743200" y="137160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{{project.name}}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822960" y="2423160"/>
            <a:ext cx="2010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2743200" y="242316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{{project.manager}}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822960" y="3474720"/>
            <a:ext cx="2010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2743200" y="347472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{{project.status}}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640080" y="41148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Overview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731520" y="132588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457200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6675120" y="132588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914400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Owner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731520" y="18288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731520" y="2148840"/>
            <a:ext cx="3656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{{name}}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4572000" y="2148840"/>
            <a:ext cx="1828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{{level}}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675120" y="2148840"/>
            <a:ext cx="22852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{{status}}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1"/>
          <p:cNvSpPr/>
          <p:nvPr/>
        </p:nvSpPr>
        <p:spPr>
          <a:xfrm>
            <a:off x="9144000" y="2148840"/>
            <a:ext cx="1828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{{owner}}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731520" y="265176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640080" y="411480"/>
            <a:ext cx="2246760" cy="517320"/>
          </a:xfrm>
          <a:prstGeom prst="rect">
            <a:avLst/>
          </a:prstGeom>
          <a:solidFill>
            <a:srgbClr val="81D4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Details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1234440"/>
            <a:ext cx="1828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731520" y="1645920"/>
            <a:ext cx="10240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Risk: {{name}}</a:t>
            </a:r>
            <a:endParaRPr lang="en-US" sz="2100" b="0" u="none" strike="noStrike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731520" y="2240280"/>
            <a:ext cx="4571280" cy="34956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Level: {{level}}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126480" y="2240280"/>
            <a:ext cx="4571280" cy="34956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Status: {{status}}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731520" y="2926080"/>
            <a:ext cx="27424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731520" y="3383280"/>
            <a:ext cx="10240560" cy="33408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{{description}}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731520" y="4434840"/>
            <a:ext cx="2742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mitigation}}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731520" y="4800600"/>
            <a:ext cx="10240560" cy="334080"/>
          </a:xfrm>
          <a:prstGeom prst="rect">
            <a:avLst/>
          </a:prstGeom>
          <a:solidFill>
            <a:srgbClr val="55308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Mitigation: {{mitigation}}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731520" y="5486400"/>
            <a:ext cx="1828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2743200" y="5486400"/>
            <a:ext cx="54856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mitigation defined.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731520" y="5897880"/>
            <a:ext cx="1828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731520" y="6263640"/>
            <a:ext cx="1828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640080" y="411480"/>
            <a:ext cx="10880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731520" y="137160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project.status == "Active"}}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731520" y="1828800"/>
            <a:ext cx="10057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5"/>
          <p:cNvSpPr/>
          <p:nvPr/>
        </p:nvSpPr>
        <p:spPr>
          <a:xfrm>
            <a:off x="731520" y="27432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731520" y="3200400"/>
            <a:ext cx="10057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not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731520" y="411480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731520" y="576072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Generated automatically from JSON data.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2026-09-21T14:56:00Z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